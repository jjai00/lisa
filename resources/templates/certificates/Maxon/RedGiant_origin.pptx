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7559675" cy="1069181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80404"/>
    <a:srgbClr val="C52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87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4037" y="91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한경" userId="4e940722-d690-4f91-8a6e-4c2a25dd6744" providerId="ADAL" clId="{ABB7C206-C507-4417-9120-6BE0643ED1B4}"/>
    <pc:docChg chg="undo custSel modSld">
      <pc:chgData name="김한경" userId="4e940722-d690-4f91-8a6e-4c2a25dd6744" providerId="ADAL" clId="{ABB7C206-C507-4417-9120-6BE0643ED1B4}" dt="2025-07-09T04:10:19.561" v="89" actId="20577"/>
      <pc:docMkLst>
        <pc:docMk/>
      </pc:docMkLst>
      <pc:sldChg chg="modSp mod">
        <pc:chgData name="김한경" userId="4e940722-d690-4f91-8a6e-4c2a25dd6744" providerId="ADAL" clId="{ABB7C206-C507-4417-9120-6BE0643ED1B4}" dt="2025-07-09T04:10:19.561" v="89" actId="20577"/>
        <pc:sldMkLst>
          <pc:docMk/>
          <pc:sldMk cId="1037990898" sldId="256"/>
        </pc:sldMkLst>
        <pc:graphicFrameChg chg="modGraphic">
          <ac:chgData name="김한경" userId="4e940722-d690-4f91-8a6e-4c2a25dd6744" providerId="ADAL" clId="{ABB7C206-C507-4417-9120-6BE0643ED1B4}" dt="2025-07-09T04:09:04.042" v="30" actId="20577"/>
          <ac:graphicFrameMkLst>
            <pc:docMk/>
            <pc:sldMk cId="1037990898" sldId="256"/>
            <ac:graphicFrameMk id="17" creationId="{00000000-0000-0000-0000-000000000000}"/>
          </ac:graphicFrameMkLst>
        </pc:graphicFrameChg>
        <pc:graphicFrameChg chg="mod modGraphic">
          <ac:chgData name="김한경" userId="4e940722-d690-4f91-8a6e-4c2a25dd6744" providerId="ADAL" clId="{ABB7C206-C507-4417-9120-6BE0643ED1B4}" dt="2025-07-09T04:10:19.561" v="89" actId="20577"/>
          <ac:graphicFrameMkLst>
            <pc:docMk/>
            <pc:sldMk cId="1037990898" sldId="256"/>
            <ac:graphicFrameMk id="2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45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240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56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06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6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139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67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39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69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66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13956-6D2B-4F79-A918-F42A0859998C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C829B-9FC6-4A2F-96B3-9DC29EBE2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8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1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axon.net/en/support-center/#faq" TargetMode="External"/><Relationship Id="rId5" Type="http://schemas.openxmlformats.org/officeDocument/2006/relationships/hyperlink" Target="https://support.maxon.net/hc/en-us/articles/4402158272146-Registering-serial-numbers-in-Maxon-App" TargetMode="External"/><Relationship Id="rId4" Type="http://schemas.openxmlformats.org/officeDocument/2006/relationships/hyperlink" Target="https://www.maxon.net/ko/downloa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7559675" cy="10752773"/>
          </a:xfrm>
          <a:prstGeom prst="rect">
            <a:avLst/>
          </a:prstGeom>
          <a:solidFill>
            <a:srgbClr val="0804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283155" y="1841013"/>
            <a:ext cx="7012668" cy="8524875"/>
          </a:xfrm>
          <a:prstGeom prst="roundRect">
            <a:avLst>
              <a:gd name="adj" fmla="val 11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336300" y="1106990"/>
            <a:ext cx="28870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i="0" u="none" strike="noStrike" baseline="0" dirty="0">
                <a:solidFill>
                  <a:schemeClr val="bg1"/>
                </a:solidFill>
                <a:latin typeface="+mn-ea"/>
              </a:rPr>
              <a:t>License Certificate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2406253" y="1507100"/>
            <a:ext cx="2747169" cy="0"/>
          </a:xfrm>
          <a:prstGeom prst="line">
            <a:avLst/>
          </a:prstGeom>
          <a:ln w="19050">
            <a:solidFill>
              <a:srgbClr val="C527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2406253" y="1106990"/>
            <a:ext cx="2747169" cy="0"/>
          </a:xfrm>
          <a:prstGeom prst="line">
            <a:avLst/>
          </a:prstGeom>
          <a:ln w="19050">
            <a:solidFill>
              <a:srgbClr val="C527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975" y="387351"/>
            <a:ext cx="2891724" cy="572960"/>
          </a:xfrm>
          <a:prstGeom prst="rect">
            <a:avLst/>
          </a:prstGeom>
        </p:spPr>
      </p:pic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381857"/>
              </p:ext>
            </p:extLst>
          </p:nvPr>
        </p:nvGraphicFramePr>
        <p:xfrm>
          <a:off x="653653" y="2415929"/>
          <a:ext cx="4172347" cy="733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3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Invoice Date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{Today}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Company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{Company Name}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그림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474" y="2094774"/>
            <a:ext cx="952498" cy="171180"/>
          </a:xfrm>
          <a:prstGeom prst="rect">
            <a:avLst/>
          </a:prstGeom>
        </p:spPr>
      </p:pic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49840"/>
              </p:ext>
            </p:extLst>
          </p:nvPr>
        </p:nvGraphicFramePr>
        <p:xfrm>
          <a:off x="5116509" y="2415931"/>
          <a:ext cx="1800622" cy="741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2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Tel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85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j-ea"/>
                          <a:ea typeface="+mj-ea"/>
                        </a:rPr>
                        <a:t>+82-(0)2-561-1770</a:t>
                      </a:r>
                      <a:endParaRPr lang="ko-KR" altLang="en-US"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FF85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2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Email</a:t>
                      </a:r>
                      <a:endParaRPr lang="ko-KR" altLang="en-US"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j-ea"/>
                          <a:ea typeface="+mj-ea"/>
                        </a:rPr>
                        <a:t>qvrex@qvrex.co.kr</a:t>
                      </a:r>
                      <a:endParaRPr lang="ko-KR" altLang="en-US"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2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Site</a:t>
                      </a:r>
                      <a:endParaRPr lang="ko-KR" altLang="en-US"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5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j-ea"/>
                          <a:ea typeface="+mj-ea"/>
                        </a:rPr>
                        <a:t>www.qvrex.co.kr</a:t>
                      </a:r>
                      <a:endParaRPr lang="ko-KR" altLang="en-US"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85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093860"/>
              </p:ext>
            </p:extLst>
          </p:nvPr>
        </p:nvGraphicFramePr>
        <p:xfrm>
          <a:off x="653653" y="3977905"/>
          <a:ext cx="6271672" cy="1220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288">
                  <a:extLst>
                    <a:ext uri="{9D8B030D-6E8A-4147-A177-3AD203B41FA5}">
                      <a16:colId xmlns:a16="http://schemas.microsoft.com/office/drawing/2014/main" val="3721199319"/>
                    </a:ext>
                  </a:extLst>
                </a:gridCol>
              </a:tblGrid>
              <a:tr h="366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Product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>
                          <a:latin typeface="+mj-ea"/>
                          <a:ea typeface="+mj-ea"/>
                        </a:rPr>
                        <a:t>Qty</a:t>
                      </a:r>
                      <a:endParaRPr lang="ko-KR" altLang="en-US" sz="1100" dirty="0">
                        <a:latin typeface="+mj-ea"/>
                        <a:ea typeface="+mj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License Key (or</a:t>
                      </a:r>
                      <a:r>
                        <a:rPr lang="en-US" altLang="ko-KR" sz="1100" baseline="0" dirty="0">
                          <a:latin typeface="+mj-ea"/>
                          <a:ea typeface="+mj-ea"/>
                        </a:rPr>
                        <a:t> Account)        </a:t>
                      </a:r>
                      <a:endParaRPr lang="ko-KR" altLang="en-US" sz="1100" dirty="0">
                        <a:latin typeface="+mj-ea"/>
                        <a:ea typeface="+mj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Expiry date</a:t>
                      </a:r>
                      <a:endParaRPr lang="ko-KR" altLang="en-US" sz="1100" dirty="0">
                        <a:latin typeface="+mj-ea"/>
                        <a:ea typeface="+mj-ea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{Product_01}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{Qty_01}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755934" rtl="0" eaLnBrk="1" fontAlgn="ctr" latinLnBrk="1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{Email_01}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755934" rtl="0" eaLnBrk="1" fontAlgn="ctr" latinLnBrk="1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{Exp date_01}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{Product_02}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{Qty_02}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755934" rtl="0" eaLnBrk="1" fontAlgn="ctr" latinLnBrk="1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{Email_02}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755934" rtl="0" eaLnBrk="1" fontAlgn="ctr" latinLnBrk="1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{Exp date_02}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65244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4350" y="8573801"/>
            <a:ext cx="2061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  <a:ea typeface="+mj-ea"/>
              </a:rPr>
              <a:t>Support and Information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013970" y="9709180"/>
            <a:ext cx="5531736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ko-KR" altLang="en-US" sz="1000" b="1" dirty="0"/>
              <a:t>상기 라이선스는 RED GIANT 사와 정식 주문절차에 의해 발행된 라이선스임을 확인합니다.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013970" y="10424692"/>
            <a:ext cx="5531736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+mj-ea"/>
                <a:ea typeface="+mj-ea"/>
              </a:rPr>
              <a:t>Copyright © Red Giant LLC. All rights reserved.</a:t>
            </a:r>
            <a:endParaRPr lang="ko-KR" altLang="en-US" sz="1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73D134-5EE4-2FDF-9C16-80E02B5A44DD}"/>
              </a:ext>
            </a:extLst>
          </p:cNvPr>
          <p:cNvSpPr/>
          <p:nvPr/>
        </p:nvSpPr>
        <p:spPr>
          <a:xfrm>
            <a:off x="720230" y="6802285"/>
            <a:ext cx="6119214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+mj-ea"/>
                <a:ea typeface="+mj-ea"/>
                <a:cs typeface="굴림" panose="020B0600000101010101" pitchFamily="50" charset="-127"/>
              </a:rPr>
              <a:t>라이선스 실행하기</a:t>
            </a:r>
            <a:r>
              <a:rPr lang="en-US" altLang="ko-KR" sz="1100" b="1" dirty="0">
                <a:latin typeface="+mj-ea"/>
                <a:ea typeface="+mj-ea"/>
                <a:cs typeface="굴림" panose="020B0600000101010101" pitchFamily="50" charset="-127"/>
              </a:rPr>
              <a:t>:</a:t>
            </a:r>
            <a:br>
              <a:rPr lang="en-US" altLang="ko-KR" sz="1100" b="1" dirty="0">
                <a:effectLst/>
                <a:latin typeface="+mj-ea"/>
                <a:ea typeface="+mj-ea"/>
                <a:cs typeface="굴림" panose="020B0600000101010101" pitchFamily="50" charset="-127"/>
              </a:rPr>
            </a:br>
            <a:endParaRPr lang="en-US" altLang="ko-KR" sz="1100" b="1" dirty="0">
              <a:effectLst/>
              <a:latin typeface="+mj-ea"/>
              <a:ea typeface="+mj-ea"/>
              <a:cs typeface="굴림" panose="020B0600000101010101" pitchFamily="50" charset="-127"/>
            </a:endParaRPr>
          </a:p>
          <a:p>
            <a:r>
              <a:rPr lang="en-US" altLang="ko-KR" sz="1100" b="1" dirty="0">
                <a:latin typeface="+mj-ea"/>
                <a:ea typeface="+mj-ea"/>
                <a:cs typeface="굴림" panose="020B0600000101010101" pitchFamily="50" charset="-127"/>
              </a:rPr>
              <a:t>- </a:t>
            </a:r>
            <a:r>
              <a:rPr lang="ko-KR" altLang="en-US" sz="1100" b="1" i="0" dirty="0">
                <a:solidFill>
                  <a:srgbClr val="000000"/>
                </a:solidFill>
                <a:effectLst/>
                <a:latin typeface="Noto Sans"/>
              </a:rPr>
              <a:t>라이센스 자격이 활성화되면 </a:t>
            </a:r>
            <a:r>
              <a:rPr lang="en-US" altLang="ko-KR" sz="1100" b="1" i="0" dirty="0">
                <a:solidFill>
                  <a:srgbClr val="000000"/>
                </a:solidFill>
                <a:effectLst/>
                <a:latin typeface="Noto Sans"/>
              </a:rPr>
              <a:t>Maxon</a:t>
            </a:r>
            <a:r>
              <a:rPr lang="ko-KR" altLang="en-US" sz="1100" b="1" i="0" dirty="0">
                <a:solidFill>
                  <a:srgbClr val="000000"/>
                </a:solidFill>
                <a:effectLst/>
                <a:latin typeface="Noto Sans"/>
              </a:rPr>
              <a:t>이 이메일을 </a:t>
            </a:r>
            <a:r>
              <a:rPr lang="ko-KR" altLang="en-US" sz="1100" b="1" i="0" dirty="0" err="1">
                <a:solidFill>
                  <a:srgbClr val="000000"/>
                </a:solidFill>
                <a:effectLst/>
                <a:latin typeface="Noto Sans"/>
              </a:rPr>
              <a:t>보내드립니다</a:t>
            </a:r>
            <a:r>
              <a:rPr lang="en-US" altLang="ko-KR" sz="1100" b="1" i="0" dirty="0">
                <a:solidFill>
                  <a:srgbClr val="000000"/>
                </a:solidFill>
                <a:effectLst/>
                <a:latin typeface="Noto Sans"/>
              </a:rPr>
              <a:t>.</a:t>
            </a:r>
            <a:endParaRPr lang="en-US" altLang="ko-KR" sz="1100" b="1" dirty="0">
              <a:effectLst/>
              <a:latin typeface="+mj-ea"/>
              <a:ea typeface="+mj-ea"/>
              <a:cs typeface="굴림" panose="020B0600000101010101" pitchFamily="50" charset="-127"/>
            </a:endParaRPr>
          </a:p>
          <a:p>
            <a:r>
              <a:rPr lang="en-US" altLang="ko-KR" sz="1100" dirty="0">
                <a:effectLst/>
                <a:latin typeface="+mj-ea"/>
                <a:ea typeface="+mj-ea"/>
                <a:cs typeface="굴림" panose="020B0600000101010101" pitchFamily="50" charset="-127"/>
              </a:rPr>
              <a:t>- 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+mn-ea"/>
              </a:rPr>
              <a:t>Application Manager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+mn-ea"/>
              </a:rPr>
              <a:t>를 시작하고 </a:t>
            </a:r>
            <a:r>
              <a:rPr lang="en-US" altLang="ko-KR" sz="1100" b="0" i="0" dirty="0" err="1">
                <a:solidFill>
                  <a:srgbClr val="000000"/>
                </a:solidFill>
                <a:effectLst/>
                <a:latin typeface="+mn-ea"/>
              </a:rPr>
              <a:t>MyMaxon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100" b="0" i="0" dirty="0">
                <a:solidFill>
                  <a:srgbClr val="000000"/>
                </a:solidFill>
                <a:effectLst/>
                <a:latin typeface="+mn-ea"/>
              </a:rPr>
              <a:t>계정으로 로그인할 수 있습니다</a:t>
            </a:r>
            <a:r>
              <a:rPr lang="en-US" altLang="ko-KR" sz="1100" b="0" i="0" dirty="0">
                <a:solidFill>
                  <a:srgbClr val="000000"/>
                </a:solidFill>
                <a:effectLst/>
                <a:latin typeface="+mn-ea"/>
              </a:rPr>
              <a:t>.</a:t>
            </a:r>
            <a:endParaRPr lang="en-US" altLang="ko-KR" sz="1100" dirty="0">
              <a:effectLst/>
              <a:latin typeface="+mn-ea"/>
              <a:cs typeface="굴림" panose="020B0600000101010101" pitchFamily="50" charset="-127"/>
            </a:endParaRPr>
          </a:p>
          <a:p>
            <a:r>
              <a:rPr lang="en-US" altLang="ko-KR" sz="1100" dirty="0">
                <a:effectLst/>
                <a:latin typeface="+mj-ea"/>
                <a:ea typeface="+mj-ea"/>
                <a:cs typeface="굴림" panose="020B0600000101010101" pitchFamily="50" charset="-127"/>
              </a:rPr>
              <a:t>- </a:t>
            </a:r>
            <a:r>
              <a:rPr lang="ko-KR" altLang="en-US" sz="1100" dirty="0">
                <a:effectLst/>
                <a:latin typeface="+mj-ea"/>
                <a:ea typeface="+mj-ea"/>
                <a:cs typeface="굴림" panose="020B0600000101010101" pitchFamily="50" charset="-127"/>
              </a:rPr>
              <a:t>프로그램 탭을 선택하여 제품을 설치합니다</a:t>
            </a:r>
            <a:r>
              <a:rPr lang="en-US" altLang="ko-KR" sz="1100" dirty="0">
                <a:effectLst/>
                <a:latin typeface="+mj-ea"/>
                <a:ea typeface="+mj-ea"/>
                <a:cs typeface="굴림" panose="020B0600000101010101" pitchFamily="50" charset="-127"/>
              </a:rPr>
              <a:t>: </a:t>
            </a:r>
            <a:r>
              <a:rPr lang="en-US" altLang="ko-KR" sz="1100" dirty="0">
                <a:latin typeface="+mj-ea"/>
                <a:ea typeface="+mj-ea"/>
                <a:hlinkClick r:id="rId4"/>
              </a:rPr>
              <a:t>Maxon</a:t>
            </a:r>
            <a:endParaRPr lang="en-US" altLang="ko-KR" sz="1100" dirty="0">
              <a:effectLst/>
              <a:latin typeface="+mj-ea"/>
              <a:ea typeface="+mj-ea"/>
              <a:cs typeface="굴림" panose="020B0600000101010101" pitchFamily="50" charset="-127"/>
            </a:endParaRPr>
          </a:p>
          <a:p>
            <a:r>
              <a:rPr lang="en-US" altLang="ko-KR" sz="1100" dirty="0">
                <a:effectLst/>
                <a:latin typeface="+mj-ea"/>
                <a:ea typeface="+mj-ea"/>
                <a:cs typeface="굴림" panose="020B0600000101010101" pitchFamily="50" charset="-127"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>
                <a:effectLst/>
                <a:latin typeface="+mj-ea"/>
                <a:ea typeface="+mj-ea"/>
                <a:cs typeface="굴림" panose="020B0600000101010101" pitchFamily="50" charset="-127"/>
              </a:rPr>
              <a:t>- How to install Red Giant product(s): 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>
                <a:hlinkClick r:id="rId5"/>
              </a:rPr>
              <a:t>How to register Red Giant serials through the Maxon App – Knowledge Base</a:t>
            </a:r>
            <a:endParaRPr lang="en-US" altLang="ko-KR" sz="600" b="1" dirty="0">
              <a:latin typeface="+mn-ea"/>
            </a:endParaRPr>
          </a:p>
          <a:p>
            <a:r>
              <a:rPr lang="en-US" altLang="ko-KR" sz="1800" dirty="0"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 </a:t>
            </a:r>
            <a:endParaRPr lang="en-US" altLang="ko-KR" sz="6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1C993-0501-33C7-3131-9C2B399D6AC1}"/>
              </a:ext>
            </a:extLst>
          </p:cNvPr>
          <p:cNvSpPr txBox="1"/>
          <p:nvPr/>
        </p:nvSpPr>
        <p:spPr>
          <a:xfrm>
            <a:off x="634350" y="8790402"/>
            <a:ext cx="6205094" cy="567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+mj-ea"/>
                <a:ea typeface="+mj-ea"/>
              </a:rPr>
              <a:t>- Support : </a:t>
            </a:r>
            <a:r>
              <a:rPr lang="en-US" altLang="ko-KR" sz="1100" u="sng" kern="0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  <a:hlinkClick r:id="rId6"/>
              </a:rPr>
              <a:t>https://www.maxon.net/en/support-center/#faq</a:t>
            </a:r>
            <a:r>
              <a:rPr lang="en-US" altLang="ko-KR" sz="1100" kern="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br>
              <a:rPr lang="en-US" altLang="ko-KR" sz="1100" kern="0" dirty="0">
                <a:effectLst/>
                <a:latin typeface="Arial" panose="020B0604020202020204" pitchFamily="34" charset="0"/>
                <a:ea typeface="굴림" panose="020B0600000101010101" pitchFamily="50" charset="-127"/>
              </a:rPr>
            </a:br>
            <a:endParaRPr lang="en-US" altLang="ko-KR" sz="11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37990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c3c5594-c170-4f6a-b3bd-ec9b74c73275" xsi:nil="true"/>
    <lcf76f155ced4ddcb4097134ff3c332f xmlns="b08be9c2-0c1a-4717-9f14-d7720159b53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D990D690709BB44A1821DC27E7CA1AB" ma:contentTypeVersion="19" ma:contentTypeDescription="새 문서를 만듭니다." ma:contentTypeScope="" ma:versionID="94a4a24d3db44c59d619ceed2e810257">
  <xsd:schema xmlns:xsd="http://www.w3.org/2001/XMLSchema" xmlns:xs="http://www.w3.org/2001/XMLSchema" xmlns:p="http://schemas.microsoft.com/office/2006/metadata/properties" xmlns:ns2="b08be9c2-0c1a-4717-9f14-d7720159b530" xmlns:ns3="9c3c5594-c170-4f6a-b3bd-ec9b74c73275" targetNamespace="http://schemas.microsoft.com/office/2006/metadata/properties" ma:root="true" ma:fieldsID="cfa97b280815ae6e386fe7959c5e1a05" ns2:_="" ns3:_="">
    <xsd:import namespace="b08be9c2-0c1a-4717-9f14-d7720159b530"/>
    <xsd:import namespace="9c3c5594-c170-4f6a-b3bd-ec9b74c732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8be9c2-0c1a-4717-9f14-d7720159b5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dd526568-cafe-47af-9bad-8adf5afaa3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c5594-c170-4f6a-b3bd-ec9b74c7327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318299e-4a38-417c-9eea-44c38156861c}" ma:internalName="TaxCatchAll" ma:showField="CatchAllData" ma:web="9c3c5594-c170-4f6a-b3bd-ec9b74c732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313499-F06F-4307-A892-2D1D52FD61E4}">
  <ds:schemaRefs>
    <ds:schemaRef ds:uri="http://schemas.microsoft.com/office/2006/metadata/properties"/>
    <ds:schemaRef ds:uri="http://schemas.microsoft.com/office/infopath/2007/PartnerControls"/>
    <ds:schemaRef ds:uri="9c3c5594-c170-4f6a-b3bd-ec9b74c73275"/>
    <ds:schemaRef ds:uri="b08be9c2-0c1a-4717-9f14-d7720159b530"/>
  </ds:schemaRefs>
</ds:datastoreItem>
</file>

<file path=customXml/itemProps2.xml><?xml version="1.0" encoding="utf-8"?>
<ds:datastoreItem xmlns:ds="http://schemas.openxmlformats.org/officeDocument/2006/customXml" ds:itemID="{CE64533B-0ABB-4B31-B505-5CB3F65A50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EC23B9-40BB-4EA2-B28D-5862B5A00B8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</TotalTime>
  <Words>186</Words>
  <Application>Microsoft Office PowerPoint</Application>
  <PresentationFormat>사용자 지정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Noto Sans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김선혜</dc:creator>
  <cp:lastModifiedBy>김한경</cp:lastModifiedBy>
  <cp:revision>82</cp:revision>
  <dcterms:created xsi:type="dcterms:W3CDTF">2019-03-19T08:37:09Z</dcterms:created>
  <dcterms:modified xsi:type="dcterms:W3CDTF">2025-07-09T04:19:48Z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0x0101003D990D690709BB44A1821DC27E7CA1AB</vt:lpwstr>
  </property>
  <property fmtid="{D5CDD505-2E9C-101B-9397-08002B2CF9AE}" pid="3" name="MediaServiceImageTags">
    <vt:lpwstr/>
  </property>
</Properties>
</file>